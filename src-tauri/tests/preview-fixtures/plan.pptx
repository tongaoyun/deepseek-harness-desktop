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业务目标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负责人、时间与验收依据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执行安排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负责人、时间与验收依据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交付检查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负责人、时间与验收依据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2026-09-08T14:11:26Z</dcterms:created>
  <dcterms:modified xsi:type="dcterms:W3CDTF">2026-09-08T14:11:26Z</dcterms:modified>
</cp:coreProperties>
</file>